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d'arrosage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Pompe nord : 6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